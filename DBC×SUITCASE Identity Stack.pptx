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8288000" cy="10287000"/>
  <p:notesSz cx="10287000" cy="1828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64324-06a2-876d-8000-0000a05c7611.png?kimi-sig=jYoC1qyB_BQnwWbMwUCg2xVHZXSGCrBh1k_8UCaeH3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6432f-cbb2-8afe-8000-0000d482f666.png?kimi-sig=qqgjburMNuQh_TiFJBCmBP3OAT9CDgvH7MkI8T6LUB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6432f-3ea2-899f-8000-00001e2c72e8.png?kimi-sig=hQWgZhOt4odVnCjACozn3_pwIiGVwx4h_Z8GTcQ4ng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64329-7b02-8d71-8000-0000e743efc1.png?kimi-sig=jdB7ZCTdrevhQiGqgmpKkDXvyyjDq59QeI__VZlogc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6432f-7df2-8716-8000-0000a2f7410a.png?kimi-sig=m9xWQQUkjhbx3Uj5YzKLdLDWrAi8DBNKyzW4xIuCOx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6432f-c6c2-8373-8000-000030d0fcdc.png?kimi-sig=p9NaIkr2h0isttLeMDjKr4EEMUKwCRaPR3t9J2GAZI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64334-ef52-86d8-8000-0000b5f23252.png?kimi-sig=N_AtjV6ffRngae2mCVFAgh6yKOASCDwCAzUIaEL3t6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64339-bb82-82fe-8000-00009d620f7f.png?kimi-sig=qQIKiVk2KcZ7D2m9ZciZ0PmQq6bqgTxIidXps7_gvR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64335-8292-8fe8-8000-0000abb8303d.png?kimi-sig=PXsqk5n0zwwQElccK_8kivuiBjuaQiR3_wJ1wSlGjg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64338-9282-8de2-8000-0000ef22dfdc.png?kimi-sig=QADRvJW3Md0JSsYKQwTbRHvIjKN25pC6eHi2mBF40e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64334-db22-8fc6-8000-0000e7382143.png?kimi-sig=yxOOcLyv3GQZv_M8C8dQSoXoe21buqYj6WNKjSJq82Q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64345-ff92-864f-8000-000068443628.png?kimi-sig=WoA1StXnUk1hIL-BXHS4bQCVyfBkYB4-9XBGzqhlQ9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64345-46b2-8d36-8000-0000572419f3.png?kimi-sig=dELs4FRNUWklrexq02Vcnw30ITfdzPwwvzqWp0hclE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64344-5112-8fa1-8000-000092297314.png?kimi-sig=o7NHbnVTFEZN_3c0Q6sZygJgTGrd27GZRj62Zfq1UD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DBC×SUITCASE Identity Stack</dc:title>
  <dc:subject>DBC×SUITCASE Identity Stack</dc:subject>
  <dc:creator>Kimi</dc:creator>
  <cp:lastModifiedBy>Kimi</cp:lastModifiedBy>
  <cp:revision>1</cp:revision>
  <dcterms:created xsi:type="dcterms:W3CDTF">2025-12-28T09:05:45Z</dcterms:created>
  <dcterms:modified xsi:type="dcterms:W3CDTF">2025-12-28T09:05:45Z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{"Label":"DBC×SUITCASE Identity Stack","ContentProducer":"001191110108MACG2KBH8F10000","ProduceID":"19b6431e-7872-819e-8000-00002af6c04b","ReservedCode1":"","ContentPropagator":"001191110108MACG2KBH8F20000","PropagateID":"19b6431e-7872-819e-8000-00002af6c04b","ReservedCode2":""}</vt:lpwstr>
  </property>
</Properties>
</file>